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COSMOPOLITAN UNIVERSITY ABUJA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83464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SYSTEMS OPERATIONAL MANUAL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914400" y="3200400"/>
            <a:ext cx="292608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MANUAL • VERSION 2.0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MEMOTRACKER SYSTEM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MANUAL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14400" y="5120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step-by-step visual presentation guide for memo creation, multi-tier budget requisitions, executive approval routing, and audit tracking.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Audience: Staff, HODs, Deans, Directors &amp; Executive Management  |  Session 2025/2026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0" y="6217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 The Summit"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 &amp; WORKFLOW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Institutional Workflow Lifecycle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CUA MemoTracker System automates formal internal communications, institutional approvals, and multi-tier budget requisitions.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25603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Memo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3566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enters memo title, routing recipients (To, CC, BCC), rich body text, and attachments.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37560" y="2103120"/>
            <a:ext cx="25603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0440" y="2377440"/>
            <a:ext cx="45720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2044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Requisition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20440" y="3566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requesting funds, author enables 3-tier budget breakdown (Category → Group → Sub-Item).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2103120"/>
            <a:ext cx="25603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0"/>
          <p:cNvSpPr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0936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 Approval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309360" y="3566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locks document and dispatches it into sequential review for HODs, Deans, and Finance.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915400" y="2103120"/>
            <a:ext cx="25603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98280" y="2377440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90982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9828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Action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098280" y="3566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officers endorse, request amendments, or approve. Audit history records every step.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PLATFORM ACCESS &amp; LOGIN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CUA MemoTracker Login Screen showing Email &amp; Password fields.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Role Access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Access Credentials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official University staff email address and security password on the login portal.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Role Authorization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(HOD, Dean, Director of Finance, Vice-Chancellor) are automatically assigned based on your account.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ensure you log out when using shared workstations to preserve privacy.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DASHBOARD NAVIGATION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Main Dashboard highlighting Sidebar Folders (Inbox, Sent, Drafts, Archived).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Folders &amp; Navigation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Action Needed / Inbox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incoming memos routed to your desk for review, endorsement, or approval.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Sent Memos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memos initiated by you that are active in recipient approval pipelines.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40880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Drafts Folder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4114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unsubmitted memos saved for future editing before routing.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badge numbers next to Inbox to see urgent items requiring your review.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INITIATING A NEW MEMO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Memo Creation Header showing Subject Line, Department, and Category dropdowns.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Title &amp; Department Selection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+ New Memo Button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"+ New Memo" button on the sidebar to launch the compose editor.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Subject Title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clear, uppercase subject line (e.g. REQUISITION FOR LAB EQUIPMENT).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40880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Department &amp; Category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4114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originating department and academic/administrative category.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titles should be concise and clearly define the memo purpose for reviewing officers.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PRIORITY &amp; EXPIRY DATES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Priority Selector (Low, Medium, High, Urgent) and Expiry Date Field.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Urgency &amp; Expiration Flags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Priority Levels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priority level (Low, Medium, High, Urgent) to signal turnaround urgency.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Optional Expiry 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explicit expiry date for time-sensitive requests requiring fast action.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and Urgent memos display bright priority badges on reviewer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RECIPIENT ROUTING SETUP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Recipient Selection Cards for TO, CC, and BCC recipient lists.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 Approval Officers (To, CC, BCC)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 (Primary Approvers)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officers responsible for reviewing, endorsing, or approving the memo.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CC (Informational Copies)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officers who must remain informed without requiring direct approval.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40880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BCC (Confidential Copy)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4114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confidential oversight officers when necessary.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primary approving officers (HOD/Dean) are selected under TO in correct order.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RICH TEXT &amp; ATTACHMENTS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Rich Text Editor Toolbar and Bottom File Attachment Bar.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Body Text &amp; Supporting Docs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Rich Text Formatting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bolding, bullet points, numbered lists, and headers to structure text.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Supporting Attachments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"Attach" on the bottom toolbar to upload proforma invoices or PDF documents.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all external vendor quotes or proposals as supporting PDF files.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FINANCIAL REQUISITION SETUP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"Attach Financial Requisition" Card Toggle on the Memo Form.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Activating the Budget Requisition Toggle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Memo Toggle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"Attach Financial Requisition" to ON if your memo requests University funds.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Requisition Details Card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instantly, summarizing expense items and total calculated budget.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activate budget requisitions for memos that involve institutional expenses.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3-TIER BUDGET SELECTION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the Full-Screen Requisition Modal showing Category, Group, and Specific Sub-Item selects.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→ Item Class → Sub-Item Selection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Tier 1: Category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main expenditure class (e.g. Advertising, Office Supplies, IT).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Tier 2: Item Group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specific group class (e.g. Equipment Purchase, Computer Hardware).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40880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Tier 3: Specific Sub-Item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4114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precise sub-item (e.g. Laptop, DSLR Camera, Sound System).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sub-items guarantee accurate accounting rather than general estimations.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9: DATABASE AUTO-POPULATION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an Item Row showing Auto-Filled Description, Quantity, Unit Price, and Subtotal.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Auto-Retrieval of Description &amp; Pricing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Pre-Stored Description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an item automatically fetches its detailed specification from the database.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Quantity &amp; Unit Price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populates standard unit price and calculates line-item subtotal instantly.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adjust quantities or unit prices if special proforma quotes apply.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10: REQUISITION REMOVAL RULES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showing the red "Remove" button on card and "Delete Requisition" button in modal header.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Remove &amp; Delete Buttons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Clean UX on New Memos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starting a fresh memo, removal buttons stay hidden for clarity.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Detaching Added Requisitions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items exist, clicking "Remove" detaches the requisition without page refresh.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Detaching a requisition resets budget fields cleanly back to default.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11: ROUTING FOR APPROVAL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highlighting the "Route for Approval" Action Button on top and bottom toolbars.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Memos into Approval Pipeline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Save Draft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your work privately. No recipient notifications are sent out.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Route for Approval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document and dispatches it directly to recipient review queues.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top and bottom submit buttons are explicitly labeled "Route for Approval".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228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12: TRACKING AUDIT HISTORY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2179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2011680"/>
            <a:ext cx="182880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74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 / SCREENSHOT PLACEHOLDER 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 of Sent Memo Details showing Review Timeline, Endorsements, and Comments.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86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Image Ratio: 16:9 Widescreen (e.g. 1920x1080 px)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109728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0" y="1280160"/>
            <a:ext cx="457200" cy="457200"/>
          </a:xfrm>
          <a:prstGeom prst="rect">
            <a:avLst>
              <a:gd name="adj" fmla="val 20000"/>
            </a:avLst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Progress Tracking &amp; Timeline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44805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Sent Memos Status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live status (Pending Review, Endorsed, Approved, Rejected) in Sent folder.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26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Complete Audit Trail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timestamped officer comments, signatures, and approval actions.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040880" y="5120640"/>
            <a:ext cx="4480560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16636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323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approved memos are archived automatically and available for Bursary disbursement.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19456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 MEMOTRACKER SYSTEM OPERATIONAL GUIDE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914400" y="2377440"/>
            <a:ext cx="1033272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26517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TECHNICAL OR ADMINISTRATIVE ASSISTANCE?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31089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portal login support, role updates, or budget taxonomy additions, contact system administrators: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8720" y="37490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Directorate of ICT &amp; Software Systems: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Email: portal-support@cosmopolitan.edu.ng | Extension: 401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44805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Bursary &amp; Financial Control Operations: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Email: bursary-budget@cosmopolitan.edu.ng | Extension: 205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Cosmopolitan University Abuja  •  "To The Summit"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Cosmopolitan University Abuja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MemoTracker System User Manual</dc:title>
  <dc:subject>PptxGenJS Presentation</dc:subject>
  <dc:creator>Cosmopolitan University Abuja</dc:creator>
  <cp:lastModifiedBy>Cosmopolitan University Abuja</cp:lastModifiedBy>
  <cp:revision>1</cp:revision>
  <dcterms:created xsi:type="dcterms:W3CDTF">2026-09-03T11:41:47Z</dcterms:created>
  <dcterms:modified xsi:type="dcterms:W3CDTF">2026-09-03T11:41:47Z</dcterms:modified>
</cp:coreProperties>
</file>